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7"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62" d="100"/>
          <a:sy n="62" d="100"/>
        </p:scale>
        <p:origin x="79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r" rtl="1">
              <a:defRPr sz="1862" b="0" i="0" u="none" strike="noStrike" kern="1200" spc="0" baseline="0">
                <a:solidFill>
                  <a:schemeClr val="tx1">
                    <a:lumMod val="65000"/>
                    <a:lumOff val="35000"/>
                  </a:schemeClr>
                </a:solidFill>
                <a:latin typeface="+mn-lt"/>
                <a:ea typeface="+mn-ea"/>
                <a:cs typeface="+mn-cs"/>
              </a:defRPr>
            </a:pPr>
            <a:r>
              <a:rPr lang="ar-SA" sz="1862" b="0" i="0" u="none" strike="noStrike" baseline="0" dirty="0"/>
              <a:t>مصرف </a:t>
            </a:r>
            <a:r>
              <a:rPr lang="en-US" sz="1862" b="0" i="0" u="none" strike="noStrike" baseline="0" dirty="0"/>
              <a:t>CPU </a:t>
            </a:r>
            <a:r>
              <a:rPr lang="ar-SA" sz="1862" b="0" i="0" u="none" strike="noStrike" baseline="0" dirty="0"/>
              <a:t>در طول زمان</a:t>
            </a:r>
            <a:endParaRPr lang="ar-SA" dirty="0"/>
          </a:p>
        </c:rich>
      </c:tx>
      <c:overlay val="0"/>
      <c:spPr>
        <a:noFill/>
        <a:ln>
          <a:noFill/>
        </a:ln>
        <a:effectLst/>
      </c:spPr>
      <c:txPr>
        <a:bodyPr rot="0" spcFirstLastPara="1" vertOverflow="ellipsis" vert="horz" wrap="square" anchor="ctr" anchorCtr="1"/>
        <a:lstStyle/>
        <a:p>
          <a:pPr algn="r" rtl="1">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ساعت مصرف</c:v>
                </c:pt>
              </c:strCache>
            </c:strRef>
          </c:tx>
          <c:spPr>
            <a:ln w="28575" cap="rnd">
              <a:solidFill>
                <a:schemeClr val="accent1"/>
              </a:solidFill>
              <a:round/>
            </a:ln>
            <a:effectLst/>
          </c:spPr>
          <c:marker>
            <c:symbol val="none"/>
          </c:marker>
          <c:cat>
            <c:strRef>
              <c:f>Sheet1!$A$2:$A$6</c:f>
              <c:strCache>
                <c:ptCount val="5"/>
                <c:pt idx="0">
                  <c:v>ساعت 1</c:v>
                </c:pt>
                <c:pt idx="1">
                  <c:v>ساعت 2</c:v>
                </c:pt>
                <c:pt idx="2">
                  <c:v>ساعت 3</c:v>
                </c:pt>
                <c:pt idx="3">
                  <c:v>ساعت 4</c:v>
                </c:pt>
                <c:pt idx="4">
                  <c:v>ساعت 5</c:v>
                </c:pt>
              </c:strCache>
            </c:strRef>
          </c:cat>
          <c:val>
            <c:numRef>
              <c:f>Sheet1!$B$2:$B$6</c:f>
              <c:numCache>
                <c:formatCode>General</c:formatCode>
                <c:ptCount val="5"/>
                <c:pt idx="0">
                  <c:v>20</c:v>
                </c:pt>
                <c:pt idx="1">
                  <c:v>25</c:v>
                </c:pt>
                <c:pt idx="2">
                  <c:v>30</c:v>
                </c:pt>
                <c:pt idx="3">
                  <c:v>28</c:v>
                </c:pt>
                <c:pt idx="4">
                  <c:v>35</c:v>
                </c:pt>
              </c:numCache>
            </c:numRef>
          </c:val>
          <c:smooth val="0"/>
          <c:extLst>
            <c:ext xmlns:c16="http://schemas.microsoft.com/office/drawing/2014/chart" uri="{C3380CC4-5D6E-409C-BE32-E72D297353CC}">
              <c16:uniqueId val="{00000000-4183-4669-B111-7CE17B7E4DB5}"/>
            </c:ext>
          </c:extLst>
        </c:ser>
        <c:dLbls>
          <c:showLegendKey val="0"/>
          <c:showVal val="0"/>
          <c:showCatName val="0"/>
          <c:showSerName val="0"/>
          <c:showPercent val="0"/>
          <c:showBubbleSize val="0"/>
        </c:dLbls>
        <c:smooth val="0"/>
        <c:axId val="2012722096"/>
        <c:axId val="2012712016"/>
      </c:lineChart>
      <c:catAx>
        <c:axId val="2012722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12712016"/>
        <c:crosses val="autoZero"/>
        <c:auto val="1"/>
        <c:lblAlgn val="ctr"/>
        <c:lblOffset val="100"/>
        <c:noMultiLvlLbl val="0"/>
      </c:catAx>
      <c:valAx>
        <c:axId val="2012712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127220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9F087D-75A5-4E50-804E-B8A25E7222C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F052DA23-3372-4BD8-A0A8-378A6D58FF94}">
      <dgm:prSet phldrT="[Text]" custT="1"/>
      <dgm:spPr/>
      <dgm:t>
        <a:bodyPr/>
        <a:lstStyle/>
        <a:p>
          <a:r>
            <a:rPr lang="ar-SA" sz="2400" dirty="0"/>
            <a:t>مدیر پروژه</a:t>
          </a:r>
          <a:endParaRPr lang="en-US" sz="2400" dirty="0"/>
        </a:p>
      </dgm:t>
    </dgm:pt>
    <dgm:pt modelId="{B61DFAED-419C-4DD1-9E0C-41779F9D0FEC}" type="parTrans" cxnId="{CBF44A12-14A7-4252-8210-9A07758F05B0}">
      <dgm:prSet/>
      <dgm:spPr/>
      <dgm:t>
        <a:bodyPr/>
        <a:lstStyle/>
        <a:p>
          <a:endParaRPr lang="en-US"/>
        </a:p>
      </dgm:t>
    </dgm:pt>
    <dgm:pt modelId="{5D87EC91-02D8-4183-8BAA-94FC2B46D560}" type="sibTrans" cxnId="{CBF44A12-14A7-4252-8210-9A07758F05B0}">
      <dgm:prSet/>
      <dgm:spPr/>
      <dgm:t>
        <a:bodyPr/>
        <a:lstStyle/>
        <a:p>
          <a:endParaRPr lang="en-US"/>
        </a:p>
      </dgm:t>
    </dgm:pt>
    <dgm:pt modelId="{39000169-DCA4-49C8-AEF1-C9F8770D81C2}">
      <dgm:prSet phldrT="[Text]" custT="1"/>
      <dgm:spPr/>
      <dgm:t>
        <a:bodyPr/>
        <a:lstStyle/>
        <a:p>
          <a:pPr rtl="1"/>
          <a:r>
            <a:rPr lang="ar-SA" sz="2000" dirty="0"/>
            <a:t>طراح </a:t>
          </a:r>
          <a:r>
            <a:rPr lang="en-US" sz="2000" dirty="0"/>
            <a:t>UI/UX</a:t>
          </a:r>
        </a:p>
      </dgm:t>
    </dgm:pt>
    <dgm:pt modelId="{C6670A4A-8849-47EF-97F8-5B8C827A3484}" type="parTrans" cxnId="{000D135C-0C26-41A0-A93C-F0E1D0A166A9}">
      <dgm:prSet/>
      <dgm:spPr/>
      <dgm:t>
        <a:bodyPr/>
        <a:lstStyle/>
        <a:p>
          <a:endParaRPr lang="en-US"/>
        </a:p>
      </dgm:t>
    </dgm:pt>
    <dgm:pt modelId="{DEB24669-0A4E-4666-82EB-DB892FD22305}" type="sibTrans" cxnId="{000D135C-0C26-41A0-A93C-F0E1D0A166A9}">
      <dgm:prSet/>
      <dgm:spPr/>
      <dgm:t>
        <a:bodyPr/>
        <a:lstStyle/>
        <a:p>
          <a:endParaRPr lang="en-US"/>
        </a:p>
      </dgm:t>
    </dgm:pt>
    <dgm:pt modelId="{09FCD02F-7C0E-40B4-8898-4DF7C04699B2}">
      <dgm:prSet phldrT="[Text]" custT="1"/>
      <dgm:spPr/>
      <dgm:t>
        <a:bodyPr/>
        <a:lstStyle/>
        <a:p>
          <a:r>
            <a:rPr lang="ar-SA" sz="2000" dirty="0"/>
            <a:t>توسعه دهنده اصلی</a:t>
          </a:r>
          <a:endParaRPr lang="en-US" sz="2000" dirty="0"/>
        </a:p>
      </dgm:t>
    </dgm:pt>
    <dgm:pt modelId="{DBF00AC4-57E5-4DDF-8A1E-80959FA2BBDC}" type="parTrans" cxnId="{48220FD7-46D5-4A4B-88F8-4F321C40AC08}">
      <dgm:prSet/>
      <dgm:spPr/>
      <dgm:t>
        <a:bodyPr/>
        <a:lstStyle/>
        <a:p>
          <a:endParaRPr lang="en-US"/>
        </a:p>
      </dgm:t>
    </dgm:pt>
    <dgm:pt modelId="{795E1DAB-14F9-49E8-949C-BE117DBAFC5B}" type="sibTrans" cxnId="{48220FD7-46D5-4A4B-88F8-4F321C40AC08}">
      <dgm:prSet/>
      <dgm:spPr/>
      <dgm:t>
        <a:bodyPr/>
        <a:lstStyle/>
        <a:p>
          <a:endParaRPr lang="en-US"/>
        </a:p>
      </dgm:t>
    </dgm:pt>
    <dgm:pt modelId="{4DFBBCB4-BE90-4B78-9C51-2A254AA11C3F}">
      <dgm:prSet custT="1"/>
      <dgm:spPr/>
      <dgm:t>
        <a:bodyPr/>
        <a:lstStyle/>
        <a:p>
          <a:r>
            <a:rPr lang="ar-SA" sz="2000" dirty="0"/>
            <a:t>برنامه</a:t>
          </a:r>
          <a:r>
            <a:rPr lang="fa-IR" sz="2000" dirty="0"/>
            <a:t> </a:t>
          </a:r>
          <a:r>
            <a:rPr lang="ar-SA" sz="2000" dirty="0"/>
            <a:t>نویس بک اند</a:t>
          </a:r>
          <a:endParaRPr lang="en-US" sz="2000" dirty="0"/>
        </a:p>
      </dgm:t>
    </dgm:pt>
    <dgm:pt modelId="{ED0EC90B-926A-4148-A46D-03685D490990}" type="parTrans" cxnId="{463DBA4C-4C7F-4912-B20E-6BC401AB5CDF}">
      <dgm:prSet/>
      <dgm:spPr/>
      <dgm:t>
        <a:bodyPr/>
        <a:lstStyle/>
        <a:p>
          <a:endParaRPr lang="en-US"/>
        </a:p>
      </dgm:t>
    </dgm:pt>
    <dgm:pt modelId="{7CF45F13-34AD-469A-8409-87F9FAF31154}" type="sibTrans" cxnId="{463DBA4C-4C7F-4912-B20E-6BC401AB5CDF}">
      <dgm:prSet/>
      <dgm:spPr/>
      <dgm:t>
        <a:bodyPr/>
        <a:lstStyle/>
        <a:p>
          <a:endParaRPr lang="en-US"/>
        </a:p>
      </dgm:t>
    </dgm:pt>
    <dgm:pt modelId="{B14BBE23-D8A7-447F-A471-5538C9120D33}">
      <dgm:prSet custT="1"/>
      <dgm:spPr/>
      <dgm:t>
        <a:bodyPr/>
        <a:lstStyle/>
        <a:p>
          <a:r>
            <a:rPr lang="ar-SA" sz="2000" dirty="0"/>
            <a:t>برنامه نویس فرانت اند</a:t>
          </a:r>
          <a:endParaRPr lang="en-US" sz="2000" dirty="0"/>
        </a:p>
      </dgm:t>
    </dgm:pt>
    <dgm:pt modelId="{9B880DA9-3BE9-4D24-A28A-317AC2DB6B29}" type="parTrans" cxnId="{0FDB41AC-EB20-46B4-B01D-AEC88ECDA833}">
      <dgm:prSet/>
      <dgm:spPr/>
      <dgm:t>
        <a:bodyPr/>
        <a:lstStyle/>
        <a:p>
          <a:endParaRPr lang="en-US"/>
        </a:p>
      </dgm:t>
    </dgm:pt>
    <dgm:pt modelId="{E9E7E349-9D42-4F09-84A5-4211A19BB59C}" type="sibTrans" cxnId="{0FDB41AC-EB20-46B4-B01D-AEC88ECDA833}">
      <dgm:prSet/>
      <dgm:spPr/>
      <dgm:t>
        <a:bodyPr/>
        <a:lstStyle/>
        <a:p>
          <a:endParaRPr lang="en-US"/>
        </a:p>
      </dgm:t>
    </dgm:pt>
    <dgm:pt modelId="{BFF9E0CA-4EAE-4459-9DCF-32D5CE17BA55}" type="pres">
      <dgm:prSet presAssocID="{7D9F087D-75A5-4E50-804E-B8A25E7222C5}" presName="hierChild1" presStyleCnt="0">
        <dgm:presLayoutVars>
          <dgm:orgChart val="1"/>
          <dgm:chPref val="1"/>
          <dgm:dir/>
          <dgm:animOne val="branch"/>
          <dgm:animLvl val="lvl"/>
          <dgm:resizeHandles/>
        </dgm:presLayoutVars>
      </dgm:prSet>
      <dgm:spPr/>
    </dgm:pt>
    <dgm:pt modelId="{E6BCA26E-C79F-4728-93B8-47049A99D696}" type="pres">
      <dgm:prSet presAssocID="{F052DA23-3372-4BD8-A0A8-378A6D58FF94}" presName="hierRoot1" presStyleCnt="0">
        <dgm:presLayoutVars>
          <dgm:hierBranch val="init"/>
        </dgm:presLayoutVars>
      </dgm:prSet>
      <dgm:spPr/>
    </dgm:pt>
    <dgm:pt modelId="{239F0535-69BB-47F0-95D3-14C649008659}" type="pres">
      <dgm:prSet presAssocID="{F052DA23-3372-4BD8-A0A8-378A6D58FF94}" presName="rootComposite1" presStyleCnt="0"/>
      <dgm:spPr/>
    </dgm:pt>
    <dgm:pt modelId="{46E8F32E-6BF2-4553-BC15-977E9CE9ACC6}" type="pres">
      <dgm:prSet presAssocID="{F052DA23-3372-4BD8-A0A8-378A6D58FF94}" presName="rootText1" presStyleLbl="node0" presStyleIdx="0" presStyleCnt="1" custScaleX="107097">
        <dgm:presLayoutVars>
          <dgm:chPref val="3"/>
        </dgm:presLayoutVars>
      </dgm:prSet>
      <dgm:spPr/>
    </dgm:pt>
    <dgm:pt modelId="{51A80D91-3948-49FC-BD67-72950A5273DC}" type="pres">
      <dgm:prSet presAssocID="{F052DA23-3372-4BD8-A0A8-378A6D58FF94}" presName="rootConnector1" presStyleLbl="node1" presStyleIdx="0" presStyleCnt="0"/>
      <dgm:spPr/>
    </dgm:pt>
    <dgm:pt modelId="{08505522-D37A-4416-AA7B-D938245C74D4}" type="pres">
      <dgm:prSet presAssocID="{F052DA23-3372-4BD8-A0A8-378A6D58FF94}" presName="hierChild2" presStyleCnt="0"/>
      <dgm:spPr/>
    </dgm:pt>
    <dgm:pt modelId="{CC9F804E-49B5-4219-B721-AB197A107829}" type="pres">
      <dgm:prSet presAssocID="{C6670A4A-8849-47EF-97F8-5B8C827A3484}" presName="Name37" presStyleLbl="parChTrans1D2" presStyleIdx="0" presStyleCnt="2"/>
      <dgm:spPr/>
    </dgm:pt>
    <dgm:pt modelId="{481FCD3B-559B-4BB1-854A-C610ECF8AF85}" type="pres">
      <dgm:prSet presAssocID="{39000169-DCA4-49C8-AEF1-C9F8770D81C2}" presName="hierRoot2" presStyleCnt="0">
        <dgm:presLayoutVars>
          <dgm:hierBranch val="init"/>
        </dgm:presLayoutVars>
      </dgm:prSet>
      <dgm:spPr/>
    </dgm:pt>
    <dgm:pt modelId="{85121215-C211-4D2F-9104-2CC7F6A686E9}" type="pres">
      <dgm:prSet presAssocID="{39000169-DCA4-49C8-AEF1-C9F8770D81C2}" presName="rootComposite" presStyleCnt="0"/>
      <dgm:spPr/>
    </dgm:pt>
    <dgm:pt modelId="{EBB8454E-1A26-46B1-9F15-F718D771F841}" type="pres">
      <dgm:prSet presAssocID="{39000169-DCA4-49C8-AEF1-C9F8770D81C2}" presName="rootText" presStyleLbl="node2" presStyleIdx="0" presStyleCnt="2">
        <dgm:presLayoutVars>
          <dgm:chPref val="3"/>
        </dgm:presLayoutVars>
      </dgm:prSet>
      <dgm:spPr/>
    </dgm:pt>
    <dgm:pt modelId="{34B9A5CC-B292-4A31-8EBD-1D2FBEFAA3BC}" type="pres">
      <dgm:prSet presAssocID="{39000169-DCA4-49C8-AEF1-C9F8770D81C2}" presName="rootConnector" presStyleLbl="node2" presStyleIdx="0" presStyleCnt="2"/>
      <dgm:spPr/>
    </dgm:pt>
    <dgm:pt modelId="{13B61060-5A86-49B0-AD58-47A0D3A06C56}" type="pres">
      <dgm:prSet presAssocID="{39000169-DCA4-49C8-AEF1-C9F8770D81C2}" presName="hierChild4" presStyleCnt="0"/>
      <dgm:spPr/>
    </dgm:pt>
    <dgm:pt modelId="{AAF13B67-3F14-4F7E-99E0-66105EB56AE8}" type="pres">
      <dgm:prSet presAssocID="{39000169-DCA4-49C8-AEF1-C9F8770D81C2}" presName="hierChild5" presStyleCnt="0"/>
      <dgm:spPr/>
    </dgm:pt>
    <dgm:pt modelId="{8EC19FE0-1BF0-4CDB-B17F-9C3F79229579}" type="pres">
      <dgm:prSet presAssocID="{DBF00AC4-57E5-4DDF-8A1E-80959FA2BBDC}" presName="Name37" presStyleLbl="parChTrans1D2" presStyleIdx="1" presStyleCnt="2"/>
      <dgm:spPr/>
    </dgm:pt>
    <dgm:pt modelId="{93D01FF1-1182-4546-A375-8F81EA069CF1}" type="pres">
      <dgm:prSet presAssocID="{09FCD02F-7C0E-40B4-8898-4DF7C04699B2}" presName="hierRoot2" presStyleCnt="0">
        <dgm:presLayoutVars>
          <dgm:hierBranch/>
        </dgm:presLayoutVars>
      </dgm:prSet>
      <dgm:spPr/>
    </dgm:pt>
    <dgm:pt modelId="{75705CCF-D20A-4348-99F3-9C2B88626A27}" type="pres">
      <dgm:prSet presAssocID="{09FCD02F-7C0E-40B4-8898-4DF7C04699B2}" presName="rootComposite" presStyleCnt="0"/>
      <dgm:spPr/>
    </dgm:pt>
    <dgm:pt modelId="{86431532-B89E-4054-9C86-8984EAF1551C}" type="pres">
      <dgm:prSet presAssocID="{09FCD02F-7C0E-40B4-8898-4DF7C04699B2}" presName="rootText" presStyleLbl="node2" presStyleIdx="1" presStyleCnt="2">
        <dgm:presLayoutVars>
          <dgm:chPref val="3"/>
        </dgm:presLayoutVars>
      </dgm:prSet>
      <dgm:spPr/>
    </dgm:pt>
    <dgm:pt modelId="{181BE957-057D-4388-B597-11C9CDFFFCCB}" type="pres">
      <dgm:prSet presAssocID="{09FCD02F-7C0E-40B4-8898-4DF7C04699B2}" presName="rootConnector" presStyleLbl="node2" presStyleIdx="1" presStyleCnt="2"/>
      <dgm:spPr/>
    </dgm:pt>
    <dgm:pt modelId="{66581DB0-7282-4C71-AEDA-BBB20B2FC91E}" type="pres">
      <dgm:prSet presAssocID="{09FCD02F-7C0E-40B4-8898-4DF7C04699B2}" presName="hierChild4" presStyleCnt="0"/>
      <dgm:spPr/>
    </dgm:pt>
    <dgm:pt modelId="{2C34EC39-BFB7-4871-A29B-899CCC779FD6}" type="pres">
      <dgm:prSet presAssocID="{ED0EC90B-926A-4148-A46D-03685D490990}" presName="Name35" presStyleLbl="parChTrans1D3" presStyleIdx="0" presStyleCnt="2"/>
      <dgm:spPr/>
    </dgm:pt>
    <dgm:pt modelId="{10B7757A-2755-48A2-9281-87E8651B00EB}" type="pres">
      <dgm:prSet presAssocID="{4DFBBCB4-BE90-4B78-9C51-2A254AA11C3F}" presName="hierRoot2" presStyleCnt="0">
        <dgm:presLayoutVars>
          <dgm:hierBranch/>
        </dgm:presLayoutVars>
      </dgm:prSet>
      <dgm:spPr/>
    </dgm:pt>
    <dgm:pt modelId="{673E098E-91B2-4B93-A369-0A8101940B83}" type="pres">
      <dgm:prSet presAssocID="{4DFBBCB4-BE90-4B78-9C51-2A254AA11C3F}" presName="rootComposite" presStyleCnt="0"/>
      <dgm:spPr/>
    </dgm:pt>
    <dgm:pt modelId="{9A497878-10D7-4025-B2E3-802952B78897}" type="pres">
      <dgm:prSet presAssocID="{4DFBBCB4-BE90-4B78-9C51-2A254AA11C3F}" presName="rootText" presStyleLbl="node3" presStyleIdx="0" presStyleCnt="2" custLinFactX="21006" custLinFactNeighborX="100000" custLinFactNeighborY="33827">
        <dgm:presLayoutVars>
          <dgm:chPref val="3"/>
        </dgm:presLayoutVars>
      </dgm:prSet>
      <dgm:spPr/>
    </dgm:pt>
    <dgm:pt modelId="{55208DF9-7C59-4957-9354-DB2B8FB6B1E1}" type="pres">
      <dgm:prSet presAssocID="{4DFBBCB4-BE90-4B78-9C51-2A254AA11C3F}" presName="rootConnector" presStyleLbl="node3" presStyleIdx="0" presStyleCnt="2"/>
      <dgm:spPr/>
    </dgm:pt>
    <dgm:pt modelId="{CBE618DA-EB9F-45A0-9BCF-B871D96A9844}" type="pres">
      <dgm:prSet presAssocID="{4DFBBCB4-BE90-4B78-9C51-2A254AA11C3F}" presName="hierChild4" presStyleCnt="0"/>
      <dgm:spPr/>
    </dgm:pt>
    <dgm:pt modelId="{0804AD9F-B700-4476-B416-AD4D966E372B}" type="pres">
      <dgm:prSet presAssocID="{4DFBBCB4-BE90-4B78-9C51-2A254AA11C3F}" presName="hierChild5" presStyleCnt="0"/>
      <dgm:spPr/>
    </dgm:pt>
    <dgm:pt modelId="{8FD6FA78-584B-462F-9963-088845E92904}" type="pres">
      <dgm:prSet presAssocID="{9B880DA9-3BE9-4D24-A28A-317AC2DB6B29}" presName="Name35" presStyleLbl="parChTrans1D3" presStyleIdx="1" presStyleCnt="2"/>
      <dgm:spPr/>
    </dgm:pt>
    <dgm:pt modelId="{4E080627-57CC-45E6-86D7-3E5FABEAF45F}" type="pres">
      <dgm:prSet presAssocID="{B14BBE23-D8A7-447F-A471-5538C9120D33}" presName="hierRoot2" presStyleCnt="0">
        <dgm:presLayoutVars>
          <dgm:hierBranch val="init"/>
        </dgm:presLayoutVars>
      </dgm:prSet>
      <dgm:spPr/>
    </dgm:pt>
    <dgm:pt modelId="{6B8E44D1-DE89-417A-9E08-460495190A9A}" type="pres">
      <dgm:prSet presAssocID="{B14BBE23-D8A7-447F-A471-5538C9120D33}" presName="rootComposite" presStyleCnt="0"/>
      <dgm:spPr/>
    </dgm:pt>
    <dgm:pt modelId="{E204FFC2-615C-4875-955E-EA7DFF6E5EC7}" type="pres">
      <dgm:prSet presAssocID="{B14BBE23-D8A7-447F-A471-5538C9120D33}" presName="rootText" presStyleLbl="node3" presStyleIdx="1" presStyleCnt="2" custLinFactX="-21914" custLinFactNeighborX="-100000" custLinFactNeighborY="34209">
        <dgm:presLayoutVars>
          <dgm:chPref val="3"/>
        </dgm:presLayoutVars>
      </dgm:prSet>
      <dgm:spPr/>
    </dgm:pt>
    <dgm:pt modelId="{CE13F7D3-2583-421C-B452-E21D6A28B7FA}" type="pres">
      <dgm:prSet presAssocID="{B14BBE23-D8A7-447F-A471-5538C9120D33}" presName="rootConnector" presStyleLbl="node3" presStyleIdx="1" presStyleCnt="2"/>
      <dgm:spPr/>
    </dgm:pt>
    <dgm:pt modelId="{15E04EFC-D4A2-4BF2-B3AC-582DB5F91AE9}" type="pres">
      <dgm:prSet presAssocID="{B14BBE23-D8A7-447F-A471-5538C9120D33}" presName="hierChild4" presStyleCnt="0"/>
      <dgm:spPr/>
    </dgm:pt>
    <dgm:pt modelId="{790E2C6F-A3E5-4538-AEE7-FD3EFA41061B}" type="pres">
      <dgm:prSet presAssocID="{B14BBE23-D8A7-447F-A471-5538C9120D33}" presName="hierChild5" presStyleCnt="0"/>
      <dgm:spPr/>
    </dgm:pt>
    <dgm:pt modelId="{F53BADB0-F37B-4ABC-94F3-211C15C59724}" type="pres">
      <dgm:prSet presAssocID="{09FCD02F-7C0E-40B4-8898-4DF7C04699B2}" presName="hierChild5" presStyleCnt="0"/>
      <dgm:spPr/>
    </dgm:pt>
    <dgm:pt modelId="{2F0DFBE8-8888-4DFF-80D9-831F7086F762}" type="pres">
      <dgm:prSet presAssocID="{F052DA23-3372-4BD8-A0A8-378A6D58FF94}" presName="hierChild3" presStyleCnt="0"/>
      <dgm:spPr/>
    </dgm:pt>
  </dgm:ptLst>
  <dgm:cxnLst>
    <dgm:cxn modelId="{EE9F5800-FFA1-4CC9-A1A6-9357AE6AA1E4}" type="presOf" srcId="{ED0EC90B-926A-4148-A46D-03685D490990}" destId="{2C34EC39-BFB7-4871-A29B-899CCC779FD6}" srcOrd="0" destOrd="0" presId="urn:microsoft.com/office/officeart/2005/8/layout/orgChart1"/>
    <dgm:cxn modelId="{402B080C-1A02-4482-A382-F737D3DB4C05}" type="presOf" srcId="{C6670A4A-8849-47EF-97F8-5B8C827A3484}" destId="{CC9F804E-49B5-4219-B721-AB197A107829}" srcOrd="0" destOrd="0" presId="urn:microsoft.com/office/officeart/2005/8/layout/orgChart1"/>
    <dgm:cxn modelId="{CBF44A12-14A7-4252-8210-9A07758F05B0}" srcId="{7D9F087D-75A5-4E50-804E-B8A25E7222C5}" destId="{F052DA23-3372-4BD8-A0A8-378A6D58FF94}" srcOrd="0" destOrd="0" parTransId="{B61DFAED-419C-4DD1-9E0C-41779F9D0FEC}" sibTransId="{5D87EC91-02D8-4183-8BAA-94FC2B46D560}"/>
    <dgm:cxn modelId="{75CC9E13-BA2B-486A-BCEA-4F4DF284D839}" type="presOf" srcId="{7D9F087D-75A5-4E50-804E-B8A25E7222C5}" destId="{BFF9E0CA-4EAE-4459-9DCF-32D5CE17BA55}" srcOrd="0" destOrd="0" presId="urn:microsoft.com/office/officeart/2005/8/layout/orgChart1"/>
    <dgm:cxn modelId="{02C7171B-6670-4227-80C4-604DDAFF3241}" type="presOf" srcId="{09FCD02F-7C0E-40B4-8898-4DF7C04699B2}" destId="{86431532-B89E-4054-9C86-8984EAF1551C}" srcOrd="0" destOrd="0" presId="urn:microsoft.com/office/officeart/2005/8/layout/orgChart1"/>
    <dgm:cxn modelId="{C58BA640-8ED9-480B-88CC-CE0B350D65FA}" type="presOf" srcId="{B14BBE23-D8A7-447F-A471-5538C9120D33}" destId="{CE13F7D3-2583-421C-B452-E21D6A28B7FA}" srcOrd="1" destOrd="0" presId="urn:microsoft.com/office/officeart/2005/8/layout/orgChart1"/>
    <dgm:cxn modelId="{000D135C-0C26-41A0-A93C-F0E1D0A166A9}" srcId="{F052DA23-3372-4BD8-A0A8-378A6D58FF94}" destId="{39000169-DCA4-49C8-AEF1-C9F8770D81C2}" srcOrd="0" destOrd="0" parTransId="{C6670A4A-8849-47EF-97F8-5B8C827A3484}" sibTransId="{DEB24669-0A4E-4666-82EB-DB892FD22305}"/>
    <dgm:cxn modelId="{9942F761-33EB-4DAB-9C7C-5BA1D1F7730D}" type="presOf" srcId="{F052DA23-3372-4BD8-A0A8-378A6D58FF94}" destId="{51A80D91-3948-49FC-BD67-72950A5273DC}" srcOrd="1" destOrd="0" presId="urn:microsoft.com/office/officeart/2005/8/layout/orgChart1"/>
    <dgm:cxn modelId="{463DBA4C-4C7F-4912-B20E-6BC401AB5CDF}" srcId="{09FCD02F-7C0E-40B4-8898-4DF7C04699B2}" destId="{4DFBBCB4-BE90-4B78-9C51-2A254AA11C3F}" srcOrd="0" destOrd="0" parTransId="{ED0EC90B-926A-4148-A46D-03685D490990}" sibTransId="{7CF45F13-34AD-469A-8409-87F9FAF31154}"/>
    <dgm:cxn modelId="{9B255150-5154-4CB2-98C8-D8364745ADEC}" type="presOf" srcId="{39000169-DCA4-49C8-AEF1-C9F8770D81C2}" destId="{EBB8454E-1A26-46B1-9F15-F718D771F841}" srcOrd="0" destOrd="0" presId="urn:microsoft.com/office/officeart/2005/8/layout/orgChart1"/>
    <dgm:cxn modelId="{1A283F7A-47CB-470C-BDB8-A3715FDED26E}" type="presOf" srcId="{DBF00AC4-57E5-4DDF-8A1E-80959FA2BBDC}" destId="{8EC19FE0-1BF0-4CDB-B17F-9C3F79229579}" srcOrd="0" destOrd="0" presId="urn:microsoft.com/office/officeart/2005/8/layout/orgChart1"/>
    <dgm:cxn modelId="{984F0C8B-A40A-4E3C-AE69-2FB6AD8B340C}" type="presOf" srcId="{F052DA23-3372-4BD8-A0A8-378A6D58FF94}" destId="{46E8F32E-6BF2-4553-BC15-977E9CE9ACC6}" srcOrd="0" destOrd="0" presId="urn:microsoft.com/office/officeart/2005/8/layout/orgChart1"/>
    <dgm:cxn modelId="{EBFF9391-AD33-4745-8BB5-4EFB805C3691}" type="presOf" srcId="{B14BBE23-D8A7-447F-A471-5538C9120D33}" destId="{E204FFC2-615C-4875-955E-EA7DFF6E5EC7}" srcOrd="0" destOrd="0" presId="urn:microsoft.com/office/officeart/2005/8/layout/orgChart1"/>
    <dgm:cxn modelId="{C6C3579C-E546-4A87-A0B5-435C2B8EBFDE}" type="presOf" srcId="{09FCD02F-7C0E-40B4-8898-4DF7C04699B2}" destId="{181BE957-057D-4388-B597-11C9CDFFFCCB}" srcOrd="1" destOrd="0" presId="urn:microsoft.com/office/officeart/2005/8/layout/orgChart1"/>
    <dgm:cxn modelId="{A854BC9E-5E17-418B-87F9-EA29A40D30D1}" type="presOf" srcId="{4DFBBCB4-BE90-4B78-9C51-2A254AA11C3F}" destId="{9A497878-10D7-4025-B2E3-802952B78897}" srcOrd="0" destOrd="0" presId="urn:microsoft.com/office/officeart/2005/8/layout/orgChart1"/>
    <dgm:cxn modelId="{0FDB41AC-EB20-46B4-B01D-AEC88ECDA833}" srcId="{09FCD02F-7C0E-40B4-8898-4DF7C04699B2}" destId="{B14BBE23-D8A7-447F-A471-5538C9120D33}" srcOrd="1" destOrd="0" parTransId="{9B880DA9-3BE9-4D24-A28A-317AC2DB6B29}" sibTransId="{E9E7E349-9D42-4F09-84A5-4211A19BB59C}"/>
    <dgm:cxn modelId="{069939B2-DF4F-4B77-ABF6-DBD2BFE19ECE}" type="presOf" srcId="{4DFBBCB4-BE90-4B78-9C51-2A254AA11C3F}" destId="{55208DF9-7C59-4957-9354-DB2B8FB6B1E1}" srcOrd="1" destOrd="0" presId="urn:microsoft.com/office/officeart/2005/8/layout/orgChart1"/>
    <dgm:cxn modelId="{026C36BD-B1B6-4FFB-9B1B-71597E33F4D5}" type="presOf" srcId="{9B880DA9-3BE9-4D24-A28A-317AC2DB6B29}" destId="{8FD6FA78-584B-462F-9963-088845E92904}" srcOrd="0" destOrd="0" presId="urn:microsoft.com/office/officeart/2005/8/layout/orgChart1"/>
    <dgm:cxn modelId="{E08840C5-CA4A-409C-B2BC-312AFFC60806}" type="presOf" srcId="{39000169-DCA4-49C8-AEF1-C9F8770D81C2}" destId="{34B9A5CC-B292-4A31-8EBD-1D2FBEFAA3BC}" srcOrd="1" destOrd="0" presId="urn:microsoft.com/office/officeart/2005/8/layout/orgChart1"/>
    <dgm:cxn modelId="{48220FD7-46D5-4A4B-88F8-4F321C40AC08}" srcId="{F052DA23-3372-4BD8-A0A8-378A6D58FF94}" destId="{09FCD02F-7C0E-40B4-8898-4DF7C04699B2}" srcOrd="1" destOrd="0" parTransId="{DBF00AC4-57E5-4DDF-8A1E-80959FA2BBDC}" sibTransId="{795E1DAB-14F9-49E8-949C-BE117DBAFC5B}"/>
    <dgm:cxn modelId="{13743A6D-D417-4003-AA78-3E7F33A746D5}" type="presParOf" srcId="{BFF9E0CA-4EAE-4459-9DCF-32D5CE17BA55}" destId="{E6BCA26E-C79F-4728-93B8-47049A99D696}" srcOrd="0" destOrd="0" presId="urn:microsoft.com/office/officeart/2005/8/layout/orgChart1"/>
    <dgm:cxn modelId="{73149A44-200D-469D-A285-5972A7E01435}" type="presParOf" srcId="{E6BCA26E-C79F-4728-93B8-47049A99D696}" destId="{239F0535-69BB-47F0-95D3-14C649008659}" srcOrd="0" destOrd="0" presId="urn:microsoft.com/office/officeart/2005/8/layout/orgChart1"/>
    <dgm:cxn modelId="{01091843-826F-417F-89ED-8E72D94F946A}" type="presParOf" srcId="{239F0535-69BB-47F0-95D3-14C649008659}" destId="{46E8F32E-6BF2-4553-BC15-977E9CE9ACC6}" srcOrd="0" destOrd="0" presId="urn:microsoft.com/office/officeart/2005/8/layout/orgChart1"/>
    <dgm:cxn modelId="{6D54B886-B055-4517-A4B1-130B6837313A}" type="presParOf" srcId="{239F0535-69BB-47F0-95D3-14C649008659}" destId="{51A80D91-3948-49FC-BD67-72950A5273DC}" srcOrd="1" destOrd="0" presId="urn:microsoft.com/office/officeart/2005/8/layout/orgChart1"/>
    <dgm:cxn modelId="{7356ECFC-493F-430C-BC2E-E3F154923EAC}" type="presParOf" srcId="{E6BCA26E-C79F-4728-93B8-47049A99D696}" destId="{08505522-D37A-4416-AA7B-D938245C74D4}" srcOrd="1" destOrd="0" presId="urn:microsoft.com/office/officeart/2005/8/layout/orgChart1"/>
    <dgm:cxn modelId="{D8D1CD02-0B3F-4D26-9483-BB11DE3313C4}" type="presParOf" srcId="{08505522-D37A-4416-AA7B-D938245C74D4}" destId="{CC9F804E-49B5-4219-B721-AB197A107829}" srcOrd="0" destOrd="0" presId="urn:microsoft.com/office/officeart/2005/8/layout/orgChart1"/>
    <dgm:cxn modelId="{1EE2B0A7-331E-4878-8D01-61769734D342}" type="presParOf" srcId="{08505522-D37A-4416-AA7B-D938245C74D4}" destId="{481FCD3B-559B-4BB1-854A-C610ECF8AF85}" srcOrd="1" destOrd="0" presId="urn:microsoft.com/office/officeart/2005/8/layout/orgChart1"/>
    <dgm:cxn modelId="{8A27CA9D-4F4E-4DC8-A7A3-64B82096F0BE}" type="presParOf" srcId="{481FCD3B-559B-4BB1-854A-C610ECF8AF85}" destId="{85121215-C211-4D2F-9104-2CC7F6A686E9}" srcOrd="0" destOrd="0" presId="urn:microsoft.com/office/officeart/2005/8/layout/orgChart1"/>
    <dgm:cxn modelId="{D702B60C-F19B-481B-845B-4811ABF821C8}" type="presParOf" srcId="{85121215-C211-4D2F-9104-2CC7F6A686E9}" destId="{EBB8454E-1A26-46B1-9F15-F718D771F841}" srcOrd="0" destOrd="0" presId="urn:microsoft.com/office/officeart/2005/8/layout/orgChart1"/>
    <dgm:cxn modelId="{07253BCE-6E9A-481C-B2EA-A8D7AF060419}" type="presParOf" srcId="{85121215-C211-4D2F-9104-2CC7F6A686E9}" destId="{34B9A5CC-B292-4A31-8EBD-1D2FBEFAA3BC}" srcOrd="1" destOrd="0" presId="urn:microsoft.com/office/officeart/2005/8/layout/orgChart1"/>
    <dgm:cxn modelId="{FAA42A96-6006-4637-9E1A-DEDC8CB3ED9C}" type="presParOf" srcId="{481FCD3B-559B-4BB1-854A-C610ECF8AF85}" destId="{13B61060-5A86-49B0-AD58-47A0D3A06C56}" srcOrd="1" destOrd="0" presId="urn:microsoft.com/office/officeart/2005/8/layout/orgChart1"/>
    <dgm:cxn modelId="{58F51485-34A8-46BA-99AB-1D0E545CBD44}" type="presParOf" srcId="{481FCD3B-559B-4BB1-854A-C610ECF8AF85}" destId="{AAF13B67-3F14-4F7E-99E0-66105EB56AE8}" srcOrd="2" destOrd="0" presId="urn:microsoft.com/office/officeart/2005/8/layout/orgChart1"/>
    <dgm:cxn modelId="{FE40A2F1-1C6B-4D8A-8226-269283E77B4E}" type="presParOf" srcId="{08505522-D37A-4416-AA7B-D938245C74D4}" destId="{8EC19FE0-1BF0-4CDB-B17F-9C3F79229579}" srcOrd="2" destOrd="0" presId="urn:microsoft.com/office/officeart/2005/8/layout/orgChart1"/>
    <dgm:cxn modelId="{F8A545AC-E5F1-491E-8604-C69D775523A1}" type="presParOf" srcId="{08505522-D37A-4416-AA7B-D938245C74D4}" destId="{93D01FF1-1182-4546-A375-8F81EA069CF1}" srcOrd="3" destOrd="0" presId="urn:microsoft.com/office/officeart/2005/8/layout/orgChart1"/>
    <dgm:cxn modelId="{5D24DA49-C37B-400C-8934-BDBA11B1B919}" type="presParOf" srcId="{93D01FF1-1182-4546-A375-8F81EA069CF1}" destId="{75705CCF-D20A-4348-99F3-9C2B88626A27}" srcOrd="0" destOrd="0" presId="urn:microsoft.com/office/officeart/2005/8/layout/orgChart1"/>
    <dgm:cxn modelId="{7E7A1A79-BC93-4C62-AF34-563DAF1FA195}" type="presParOf" srcId="{75705CCF-D20A-4348-99F3-9C2B88626A27}" destId="{86431532-B89E-4054-9C86-8984EAF1551C}" srcOrd="0" destOrd="0" presId="urn:microsoft.com/office/officeart/2005/8/layout/orgChart1"/>
    <dgm:cxn modelId="{481EA57F-A4B5-47CC-87A3-C14EDB8D57C7}" type="presParOf" srcId="{75705CCF-D20A-4348-99F3-9C2B88626A27}" destId="{181BE957-057D-4388-B597-11C9CDFFFCCB}" srcOrd="1" destOrd="0" presId="urn:microsoft.com/office/officeart/2005/8/layout/orgChart1"/>
    <dgm:cxn modelId="{0EAA25E3-A4B1-43D1-93F7-A4E3FF946D1A}" type="presParOf" srcId="{93D01FF1-1182-4546-A375-8F81EA069CF1}" destId="{66581DB0-7282-4C71-AEDA-BBB20B2FC91E}" srcOrd="1" destOrd="0" presId="urn:microsoft.com/office/officeart/2005/8/layout/orgChart1"/>
    <dgm:cxn modelId="{5D7CE1D6-2C1A-45D0-AD85-43A506D78077}" type="presParOf" srcId="{66581DB0-7282-4C71-AEDA-BBB20B2FC91E}" destId="{2C34EC39-BFB7-4871-A29B-899CCC779FD6}" srcOrd="0" destOrd="0" presId="urn:microsoft.com/office/officeart/2005/8/layout/orgChart1"/>
    <dgm:cxn modelId="{0FF6BA7E-8F6F-4813-BC44-D5C514BA786E}" type="presParOf" srcId="{66581DB0-7282-4C71-AEDA-BBB20B2FC91E}" destId="{10B7757A-2755-48A2-9281-87E8651B00EB}" srcOrd="1" destOrd="0" presId="urn:microsoft.com/office/officeart/2005/8/layout/orgChart1"/>
    <dgm:cxn modelId="{251B15DF-6D6C-4638-AE9B-ABF635C0B559}" type="presParOf" srcId="{10B7757A-2755-48A2-9281-87E8651B00EB}" destId="{673E098E-91B2-4B93-A369-0A8101940B83}" srcOrd="0" destOrd="0" presId="urn:microsoft.com/office/officeart/2005/8/layout/orgChart1"/>
    <dgm:cxn modelId="{6DD1DA24-049A-43FC-B498-B69BA594CFAA}" type="presParOf" srcId="{673E098E-91B2-4B93-A369-0A8101940B83}" destId="{9A497878-10D7-4025-B2E3-802952B78897}" srcOrd="0" destOrd="0" presId="urn:microsoft.com/office/officeart/2005/8/layout/orgChart1"/>
    <dgm:cxn modelId="{4F9A6928-CB38-4C51-916D-C9E3D6DDF4B8}" type="presParOf" srcId="{673E098E-91B2-4B93-A369-0A8101940B83}" destId="{55208DF9-7C59-4957-9354-DB2B8FB6B1E1}" srcOrd="1" destOrd="0" presId="urn:microsoft.com/office/officeart/2005/8/layout/orgChart1"/>
    <dgm:cxn modelId="{524F1B0F-C3CE-407F-A749-7B47CC1C5423}" type="presParOf" srcId="{10B7757A-2755-48A2-9281-87E8651B00EB}" destId="{CBE618DA-EB9F-45A0-9BCF-B871D96A9844}" srcOrd="1" destOrd="0" presId="urn:microsoft.com/office/officeart/2005/8/layout/orgChart1"/>
    <dgm:cxn modelId="{7CA6C622-454E-469C-8198-45027F961FA2}" type="presParOf" srcId="{10B7757A-2755-48A2-9281-87E8651B00EB}" destId="{0804AD9F-B700-4476-B416-AD4D966E372B}" srcOrd="2" destOrd="0" presId="urn:microsoft.com/office/officeart/2005/8/layout/orgChart1"/>
    <dgm:cxn modelId="{30D1E7B2-8A41-4816-A313-B4A0CC660F48}" type="presParOf" srcId="{66581DB0-7282-4C71-AEDA-BBB20B2FC91E}" destId="{8FD6FA78-584B-462F-9963-088845E92904}" srcOrd="2" destOrd="0" presId="urn:microsoft.com/office/officeart/2005/8/layout/orgChart1"/>
    <dgm:cxn modelId="{2779E079-E3F3-4C72-B54E-E29E2FF8F714}" type="presParOf" srcId="{66581DB0-7282-4C71-AEDA-BBB20B2FC91E}" destId="{4E080627-57CC-45E6-86D7-3E5FABEAF45F}" srcOrd="3" destOrd="0" presId="urn:microsoft.com/office/officeart/2005/8/layout/orgChart1"/>
    <dgm:cxn modelId="{27DA1132-011D-4348-9915-5EFB91E19D58}" type="presParOf" srcId="{4E080627-57CC-45E6-86D7-3E5FABEAF45F}" destId="{6B8E44D1-DE89-417A-9E08-460495190A9A}" srcOrd="0" destOrd="0" presId="urn:microsoft.com/office/officeart/2005/8/layout/orgChart1"/>
    <dgm:cxn modelId="{090D6FC2-5CFA-472A-893A-E249B2A98214}" type="presParOf" srcId="{6B8E44D1-DE89-417A-9E08-460495190A9A}" destId="{E204FFC2-615C-4875-955E-EA7DFF6E5EC7}" srcOrd="0" destOrd="0" presId="urn:microsoft.com/office/officeart/2005/8/layout/orgChart1"/>
    <dgm:cxn modelId="{E1970E56-F3C5-4589-B573-8FB538359C87}" type="presParOf" srcId="{6B8E44D1-DE89-417A-9E08-460495190A9A}" destId="{CE13F7D3-2583-421C-B452-E21D6A28B7FA}" srcOrd="1" destOrd="0" presId="urn:microsoft.com/office/officeart/2005/8/layout/orgChart1"/>
    <dgm:cxn modelId="{AA11407D-E632-4B0E-AE9E-6ACEF5D4DBC5}" type="presParOf" srcId="{4E080627-57CC-45E6-86D7-3E5FABEAF45F}" destId="{15E04EFC-D4A2-4BF2-B3AC-582DB5F91AE9}" srcOrd="1" destOrd="0" presId="urn:microsoft.com/office/officeart/2005/8/layout/orgChart1"/>
    <dgm:cxn modelId="{D416908E-D54B-44A6-AD0F-C5DF6F2BF2A3}" type="presParOf" srcId="{4E080627-57CC-45E6-86D7-3E5FABEAF45F}" destId="{790E2C6F-A3E5-4538-AEE7-FD3EFA41061B}" srcOrd="2" destOrd="0" presId="urn:microsoft.com/office/officeart/2005/8/layout/orgChart1"/>
    <dgm:cxn modelId="{2FEDF86D-425F-455C-A350-4DC066728658}" type="presParOf" srcId="{93D01FF1-1182-4546-A375-8F81EA069CF1}" destId="{F53BADB0-F37B-4ABC-94F3-211C15C59724}" srcOrd="2" destOrd="0" presId="urn:microsoft.com/office/officeart/2005/8/layout/orgChart1"/>
    <dgm:cxn modelId="{E655755B-FDCA-4693-B5E2-C9F0441E6EB1}" type="presParOf" srcId="{E6BCA26E-C79F-4728-93B8-47049A99D696}" destId="{2F0DFBE8-8888-4DFF-80D9-831F7086F76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D6FA78-584B-462F-9963-088845E92904}">
      <dsp:nvSpPr>
        <dsp:cNvPr id="0" name=""/>
        <dsp:cNvSpPr/>
      </dsp:nvSpPr>
      <dsp:spPr>
        <a:xfrm>
          <a:off x="2156963" y="2877917"/>
          <a:ext cx="1208735" cy="749963"/>
        </a:xfrm>
        <a:custGeom>
          <a:avLst/>
          <a:gdLst/>
          <a:ahLst/>
          <a:cxnLst/>
          <a:rect l="0" t="0" r="0" b="0"/>
          <a:pathLst>
            <a:path>
              <a:moveTo>
                <a:pt x="1208735" y="0"/>
              </a:moveTo>
              <a:lnTo>
                <a:pt x="1208735" y="543305"/>
              </a:lnTo>
              <a:lnTo>
                <a:pt x="0" y="543305"/>
              </a:lnTo>
              <a:lnTo>
                <a:pt x="0" y="749963"/>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34EC39-BFB7-4871-A29B-899CCC779FD6}">
      <dsp:nvSpPr>
        <dsp:cNvPr id="0" name=""/>
        <dsp:cNvSpPr/>
      </dsp:nvSpPr>
      <dsp:spPr>
        <a:xfrm>
          <a:off x="3365698" y="2877917"/>
          <a:ext cx="1190864" cy="746204"/>
        </a:xfrm>
        <a:custGeom>
          <a:avLst/>
          <a:gdLst/>
          <a:ahLst/>
          <a:cxnLst/>
          <a:rect l="0" t="0" r="0" b="0"/>
          <a:pathLst>
            <a:path>
              <a:moveTo>
                <a:pt x="0" y="0"/>
              </a:moveTo>
              <a:lnTo>
                <a:pt x="0" y="539545"/>
              </a:lnTo>
              <a:lnTo>
                <a:pt x="1190864" y="539545"/>
              </a:lnTo>
              <a:lnTo>
                <a:pt x="1190864" y="746204"/>
              </a:lnTo>
            </a:path>
          </a:pathLst>
        </a:custGeom>
        <a:noFill/>
        <a:ln w="1905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C19FE0-1BF0-4CDB-B17F-9C3F79229579}">
      <dsp:nvSpPr>
        <dsp:cNvPr id="0" name=""/>
        <dsp:cNvSpPr/>
      </dsp:nvSpPr>
      <dsp:spPr>
        <a:xfrm>
          <a:off x="2174952" y="1480512"/>
          <a:ext cx="1190746" cy="413316"/>
        </a:xfrm>
        <a:custGeom>
          <a:avLst/>
          <a:gdLst/>
          <a:ahLst/>
          <a:cxnLst/>
          <a:rect l="0" t="0" r="0" b="0"/>
          <a:pathLst>
            <a:path>
              <a:moveTo>
                <a:pt x="0" y="0"/>
              </a:moveTo>
              <a:lnTo>
                <a:pt x="0" y="206658"/>
              </a:lnTo>
              <a:lnTo>
                <a:pt x="1190746" y="206658"/>
              </a:lnTo>
              <a:lnTo>
                <a:pt x="1190746" y="413316"/>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9F804E-49B5-4219-B721-AB197A107829}">
      <dsp:nvSpPr>
        <dsp:cNvPr id="0" name=""/>
        <dsp:cNvSpPr/>
      </dsp:nvSpPr>
      <dsp:spPr>
        <a:xfrm>
          <a:off x="984206" y="1480512"/>
          <a:ext cx="1190746" cy="413316"/>
        </a:xfrm>
        <a:custGeom>
          <a:avLst/>
          <a:gdLst/>
          <a:ahLst/>
          <a:cxnLst/>
          <a:rect l="0" t="0" r="0" b="0"/>
          <a:pathLst>
            <a:path>
              <a:moveTo>
                <a:pt x="1190746" y="0"/>
              </a:moveTo>
              <a:lnTo>
                <a:pt x="1190746" y="206658"/>
              </a:lnTo>
              <a:lnTo>
                <a:pt x="0" y="206658"/>
              </a:lnTo>
              <a:lnTo>
                <a:pt x="0" y="413316"/>
              </a:lnTo>
            </a:path>
          </a:pathLst>
        </a:custGeom>
        <a:noFill/>
        <a:ln w="1905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E8F32E-6BF2-4553-BC15-977E9CE9ACC6}">
      <dsp:nvSpPr>
        <dsp:cNvPr id="0" name=""/>
        <dsp:cNvSpPr/>
      </dsp:nvSpPr>
      <dsp:spPr>
        <a:xfrm>
          <a:off x="1121023" y="496424"/>
          <a:ext cx="2107857" cy="9840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ar-SA" sz="2400" kern="1200" dirty="0"/>
            <a:t>مدیر پروژه</a:t>
          </a:r>
          <a:endParaRPr lang="en-US" sz="2400" kern="1200" dirty="0"/>
        </a:p>
      </dsp:txBody>
      <dsp:txXfrm>
        <a:off x="1121023" y="496424"/>
        <a:ext cx="2107857" cy="984087"/>
      </dsp:txXfrm>
    </dsp:sp>
    <dsp:sp modelId="{EBB8454E-1A26-46B1-9F15-F718D771F841}">
      <dsp:nvSpPr>
        <dsp:cNvPr id="0" name=""/>
        <dsp:cNvSpPr/>
      </dsp:nvSpPr>
      <dsp:spPr>
        <a:xfrm>
          <a:off x="118" y="1893829"/>
          <a:ext cx="1968175" cy="9840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rtl="1">
            <a:lnSpc>
              <a:spcPct val="90000"/>
            </a:lnSpc>
            <a:spcBef>
              <a:spcPct val="0"/>
            </a:spcBef>
            <a:spcAft>
              <a:spcPct val="35000"/>
            </a:spcAft>
            <a:buNone/>
          </a:pPr>
          <a:r>
            <a:rPr lang="ar-SA" sz="2000" kern="1200" dirty="0"/>
            <a:t>طراح </a:t>
          </a:r>
          <a:r>
            <a:rPr lang="en-US" sz="2000" kern="1200" dirty="0"/>
            <a:t>UI/UX</a:t>
          </a:r>
        </a:p>
      </dsp:txBody>
      <dsp:txXfrm>
        <a:off x="118" y="1893829"/>
        <a:ext cx="1968175" cy="984087"/>
      </dsp:txXfrm>
    </dsp:sp>
    <dsp:sp modelId="{86431532-B89E-4054-9C86-8984EAF1551C}">
      <dsp:nvSpPr>
        <dsp:cNvPr id="0" name=""/>
        <dsp:cNvSpPr/>
      </dsp:nvSpPr>
      <dsp:spPr>
        <a:xfrm>
          <a:off x="2381610" y="1893829"/>
          <a:ext cx="1968175" cy="9840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ar-SA" sz="2000" kern="1200" dirty="0"/>
            <a:t>توسعه دهنده اصلی</a:t>
          </a:r>
          <a:endParaRPr lang="en-US" sz="2000" kern="1200" dirty="0"/>
        </a:p>
      </dsp:txBody>
      <dsp:txXfrm>
        <a:off x="2381610" y="1893829"/>
        <a:ext cx="1968175" cy="984087"/>
      </dsp:txXfrm>
    </dsp:sp>
    <dsp:sp modelId="{9A497878-10D7-4025-B2E3-802952B78897}">
      <dsp:nvSpPr>
        <dsp:cNvPr id="0" name=""/>
        <dsp:cNvSpPr/>
      </dsp:nvSpPr>
      <dsp:spPr>
        <a:xfrm>
          <a:off x="3572475" y="3624121"/>
          <a:ext cx="1968175" cy="9840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ar-SA" sz="2000" kern="1200" dirty="0"/>
            <a:t>برنامه</a:t>
          </a:r>
          <a:r>
            <a:rPr lang="fa-IR" sz="2000" kern="1200" dirty="0"/>
            <a:t> </a:t>
          </a:r>
          <a:r>
            <a:rPr lang="ar-SA" sz="2000" kern="1200" dirty="0"/>
            <a:t>نویس بک اند</a:t>
          </a:r>
          <a:endParaRPr lang="en-US" sz="2000" kern="1200" dirty="0"/>
        </a:p>
      </dsp:txBody>
      <dsp:txXfrm>
        <a:off x="3572475" y="3624121"/>
        <a:ext cx="1968175" cy="984087"/>
      </dsp:txXfrm>
    </dsp:sp>
    <dsp:sp modelId="{E204FFC2-615C-4875-955E-EA7DFF6E5EC7}">
      <dsp:nvSpPr>
        <dsp:cNvPr id="0" name=""/>
        <dsp:cNvSpPr/>
      </dsp:nvSpPr>
      <dsp:spPr>
        <a:xfrm>
          <a:off x="1172875" y="3627880"/>
          <a:ext cx="1968175" cy="9840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ar-SA" sz="2000" kern="1200" dirty="0"/>
            <a:t>برنامه نویس فرانت اند</a:t>
          </a:r>
          <a:endParaRPr lang="en-US" sz="2000" kern="1200" dirty="0"/>
        </a:p>
      </dsp:txBody>
      <dsp:txXfrm>
        <a:off x="1172875" y="3627880"/>
        <a:ext cx="1968175" cy="98408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0750D1-D4B2-45C4-B05A-170A1ED567C7}"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2466138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0750D1-D4B2-45C4-B05A-170A1ED567C7}"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367271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0750D1-D4B2-45C4-B05A-170A1ED567C7}"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3400394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0750D1-D4B2-45C4-B05A-170A1ED567C7}"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1235936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0750D1-D4B2-45C4-B05A-170A1ED567C7}" type="datetimeFigureOut">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668781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0750D1-D4B2-45C4-B05A-170A1ED567C7}"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3482292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0750D1-D4B2-45C4-B05A-170A1ED567C7}" type="datetimeFigureOut">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1185031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750D1-D4B2-45C4-B05A-170A1ED567C7}"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2121947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750D1-D4B2-45C4-B05A-170A1ED567C7}"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3784184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750D1-D4B2-45C4-B05A-170A1ED567C7}"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4138874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750D1-D4B2-45C4-B05A-170A1ED567C7}"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1202554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750D1-D4B2-45C4-B05A-170A1ED567C7}"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1E6387-6038-4685-A6EB-C76D4D33CAA3}"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069027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0750D1-D4B2-45C4-B05A-170A1ED567C7}" type="datetimeFigureOut">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25369133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50750D1-D4B2-45C4-B05A-170A1ED567C7}"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10593071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50750D1-D4B2-45C4-B05A-170A1ED567C7}" type="datetimeFigureOut">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3231565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0750D1-D4B2-45C4-B05A-170A1ED567C7}"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4028384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0750D1-D4B2-45C4-B05A-170A1ED567C7}" type="datetimeFigureOut">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1E6387-6038-4685-A6EB-C76D4D33CAA3}" type="slidenum">
              <a:rPr lang="en-US" smtClean="0"/>
              <a:t>‹#›</a:t>
            </a:fld>
            <a:endParaRPr lang="en-US"/>
          </a:p>
        </p:txBody>
      </p:sp>
    </p:spTree>
    <p:extLst>
      <p:ext uri="{BB962C8B-B14F-4D97-AF65-F5344CB8AC3E}">
        <p14:creationId xmlns:p14="http://schemas.microsoft.com/office/powerpoint/2010/main" val="4255724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50750D1-D4B2-45C4-B05A-170A1ED567C7}" type="datetimeFigureOut">
              <a:rPr lang="en-US" smtClean="0"/>
              <a:t>6/5/2026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D1E6387-6038-4685-A6EB-C76D4D33CAA3}" type="slidenum">
              <a:rPr lang="en-US" smtClean="0"/>
              <a:t>‹#›</a:t>
            </a:fld>
            <a:endParaRPr lang="en-US"/>
          </a:p>
        </p:txBody>
      </p:sp>
    </p:spTree>
    <p:extLst>
      <p:ext uri="{BB962C8B-B14F-4D97-AF65-F5344CB8AC3E}">
        <p14:creationId xmlns:p14="http://schemas.microsoft.com/office/powerpoint/2010/main" val="125960653"/>
      </p:ext>
    </p:extLst>
  </p:cSld>
  <p:clrMap bg1="dk1" tx1="lt1" bg2="dk2" tx2="lt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3" r:id="rId16"/>
    <p:sldLayoutId id="2147483744"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1653C-3112-1B2F-FF7E-511AD407F2B9}"/>
              </a:ext>
            </a:extLst>
          </p:cNvPr>
          <p:cNvSpPr>
            <a:spLocks noGrp="1"/>
          </p:cNvSpPr>
          <p:nvPr>
            <p:ph type="ctrTitle"/>
          </p:nvPr>
        </p:nvSpPr>
        <p:spPr>
          <a:xfrm>
            <a:off x="1524000" y="417251"/>
            <a:ext cx="9144000" cy="913907"/>
          </a:xfrm>
        </p:spPr>
        <p:txBody>
          <a:bodyPr>
            <a:normAutofit/>
          </a:bodyPr>
          <a:lstStyle/>
          <a:p>
            <a:r>
              <a:rPr lang="fa-IR" sz="5400" dirty="0">
                <a:solidFill>
                  <a:srgbClr val="FF0000"/>
                </a:solidFill>
                <a:latin typeface="Andalus" panose="02020603050405020304" pitchFamily="18" charset="-78"/>
                <a:cs typeface="Andalus" panose="02020603050405020304" pitchFamily="18" charset="-78"/>
              </a:rPr>
              <a:t>معماری اصلی نرم افزار</a:t>
            </a:r>
            <a:endParaRPr lang="en-US" sz="5400" dirty="0">
              <a:solidFill>
                <a:srgbClr val="FF0000"/>
              </a:solidFill>
              <a:latin typeface="Andalus" panose="02020603050405020304" pitchFamily="18" charset="-78"/>
              <a:cs typeface="Andalus" panose="02020603050405020304" pitchFamily="18" charset="-78"/>
            </a:endParaRPr>
          </a:p>
        </p:txBody>
      </p:sp>
      <p:sp>
        <p:nvSpPr>
          <p:cNvPr id="3" name="Subtitle 2">
            <a:extLst>
              <a:ext uri="{FF2B5EF4-FFF2-40B4-BE49-F238E27FC236}">
                <a16:creationId xmlns:a16="http://schemas.microsoft.com/office/drawing/2014/main" id="{978EADB0-A2C0-3F4E-1F7F-942304CBFD9E}"/>
              </a:ext>
            </a:extLst>
          </p:cNvPr>
          <p:cNvSpPr>
            <a:spLocks noGrp="1"/>
          </p:cNvSpPr>
          <p:nvPr>
            <p:ph type="subTitle" idx="1"/>
          </p:nvPr>
        </p:nvSpPr>
        <p:spPr>
          <a:xfrm>
            <a:off x="1524000" y="1663415"/>
            <a:ext cx="9144000" cy="3531170"/>
          </a:xfrm>
        </p:spPr>
        <p:txBody>
          <a:bodyPr>
            <a:noAutofit/>
          </a:bodyPr>
          <a:lstStyle/>
          <a:p>
            <a:pPr algn="just" rtl="1">
              <a:lnSpc>
                <a:spcPct val="200000"/>
              </a:lnSpc>
            </a:pPr>
            <a:r>
              <a:rPr lang="ar-SA" sz="2000" dirty="0">
                <a:solidFill>
                  <a:srgbClr val="FFC000"/>
                </a:solidFill>
                <a:cs typeface="B Nazanin" panose="00000400000000000000" pitchFamily="2" charset="-78"/>
              </a:rPr>
              <a:t>این نرم‌افزار بر پایه معماری میکروسرویس طراحی شده است تا بتواند نیازهای پیچیده و در حال رشد سیستم را به‌صورت انعطاف‌پذیر مدیریت کند. در این ساختار، هر سرویس به‌طور مستقل توسعه، استقرار و مقیاس‌دهی می‌شود و از طریق </a:t>
            </a:r>
            <a:r>
              <a:rPr lang="en-US" sz="2000" dirty="0">
                <a:solidFill>
                  <a:srgbClr val="FFC000"/>
                </a:solidFill>
                <a:cs typeface="B Nazanin" panose="00000400000000000000" pitchFamily="2" charset="-78"/>
              </a:rPr>
              <a:t>API</a:t>
            </a:r>
            <a:r>
              <a:rPr lang="fa-IR" sz="2000" dirty="0">
                <a:solidFill>
                  <a:srgbClr val="FFC000"/>
                </a:solidFill>
                <a:cs typeface="B Nazanin" panose="00000400000000000000" pitchFamily="2" charset="-78"/>
              </a:rPr>
              <a:t> </a:t>
            </a:r>
            <a:r>
              <a:rPr lang="ar-SA" sz="2000" dirty="0">
                <a:solidFill>
                  <a:srgbClr val="FFC000"/>
                </a:solidFill>
                <a:cs typeface="B Nazanin" panose="00000400000000000000" pitchFamily="2" charset="-78"/>
              </a:rPr>
              <a:t>های سبک با سایر سرویس‌ها ارتباط برقرار می‌کند. جداسازی وظایف باعث می‌شود که هر بخش از سیستم بدون ایجاد اختلال در بخش‌های دیگر به‌روزرسانی یا گسترش یابد. این رویکرد علاوه بر افزایش پایداری و سرعت توسعه، امکان رفع خطا و مدیریت بهتر منابع را نیز فراهم می‌کند.</a:t>
            </a:r>
            <a:endParaRPr lang="en-US" sz="2000" dirty="0">
              <a:solidFill>
                <a:srgbClr val="FFC000"/>
              </a:solidFill>
              <a:cs typeface="B Nazanin" panose="00000400000000000000" pitchFamily="2" charset="-78"/>
            </a:endParaRPr>
          </a:p>
        </p:txBody>
      </p:sp>
    </p:spTree>
    <p:extLst>
      <p:ext uri="{BB962C8B-B14F-4D97-AF65-F5344CB8AC3E}">
        <p14:creationId xmlns:p14="http://schemas.microsoft.com/office/powerpoint/2010/main" val="2900403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9E363E34-DE22-0BAE-A7F0-B581BE8A0786}"/>
              </a:ext>
            </a:extLst>
          </p:cNvPr>
          <p:cNvGraphicFramePr/>
          <p:nvPr>
            <p:extLst>
              <p:ext uri="{D42A27DB-BD31-4B8C-83A1-F6EECF244321}">
                <p14:modId xmlns:p14="http://schemas.microsoft.com/office/powerpoint/2010/main" val="1320073314"/>
              </p:ext>
            </p:extLst>
          </p:nvPr>
        </p:nvGraphicFramePr>
        <p:xfrm>
          <a:off x="2032000" y="1119763"/>
          <a:ext cx="81280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8119D236-E261-81A4-E9B7-AA98CDBE65D6}"/>
              </a:ext>
            </a:extLst>
          </p:cNvPr>
          <p:cNvSpPr txBox="1"/>
          <p:nvPr/>
        </p:nvSpPr>
        <p:spPr>
          <a:xfrm>
            <a:off x="7901126" y="319570"/>
            <a:ext cx="3866763" cy="461665"/>
          </a:xfrm>
          <a:prstGeom prst="rect">
            <a:avLst/>
          </a:prstGeom>
          <a:noFill/>
        </p:spPr>
        <p:txBody>
          <a:bodyPr wrap="none" rtlCol="0">
            <a:spAutoFit/>
          </a:bodyPr>
          <a:lstStyle/>
          <a:p>
            <a:pPr algn="l" rtl="1"/>
            <a:r>
              <a:rPr lang="fa-IR" sz="2400" dirty="0"/>
              <a:t>مصرف </a:t>
            </a:r>
            <a:r>
              <a:rPr lang="en-US" sz="2400" dirty="0"/>
              <a:t> CPU</a:t>
            </a:r>
            <a:r>
              <a:rPr lang="fa-IR" sz="2400" dirty="0"/>
              <a:t>در زمان های مختلف</a:t>
            </a:r>
            <a:endParaRPr lang="en-US" sz="2400" dirty="0"/>
          </a:p>
        </p:txBody>
      </p:sp>
    </p:spTree>
    <p:extLst>
      <p:ext uri="{BB962C8B-B14F-4D97-AF65-F5344CB8AC3E}">
        <p14:creationId xmlns:p14="http://schemas.microsoft.com/office/powerpoint/2010/main" val="3873673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9969BF7-D452-930A-5BA3-674CDDCC0A64}"/>
              </a:ext>
            </a:extLst>
          </p:cNvPr>
          <p:cNvGraphicFramePr/>
          <p:nvPr>
            <p:extLst>
              <p:ext uri="{D42A27DB-BD31-4B8C-83A1-F6EECF244321}">
                <p14:modId xmlns:p14="http://schemas.microsoft.com/office/powerpoint/2010/main" val="1533865264"/>
              </p:ext>
            </p:extLst>
          </p:nvPr>
        </p:nvGraphicFramePr>
        <p:xfrm>
          <a:off x="3325674" y="892206"/>
          <a:ext cx="5540651" cy="47717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42854868-2F13-2C7A-E9D2-122D70965E55}"/>
              </a:ext>
            </a:extLst>
          </p:cNvPr>
          <p:cNvSpPr txBox="1"/>
          <p:nvPr/>
        </p:nvSpPr>
        <p:spPr>
          <a:xfrm>
            <a:off x="9419208" y="452761"/>
            <a:ext cx="1899879" cy="461665"/>
          </a:xfrm>
          <a:prstGeom prst="rect">
            <a:avLst/>
          </a:prstGeom>
          <a:noFill/>
        </p:spPr>
        <p:txBody>
          <a:bodyPr wrap="none" rtlCol="0">
            <a:spAutoFit/>
          </a:bodyPr>
          <a:lstStyle/>
          <a:p>
            <a:r>
              <a:rPr lang="fa-IR" sz="2400" dirty="0"/>
              <a:t>ساختار تیم پروژه</a:t>
            </a:r>
            <a:endParaRPr lang="en-US" sz="2400" dirty="0"/>
          </a:p>
        </p:txBody>
      </p:sp>
    </p:spTree>
    <p:extLst>
      <p:ext uri="{BB962C8B-B14F-4D97-AF65-F5344CB8AC3E}">
        <p14:creationId xmlns:p14="http://schemas.microsoft.com/office/powerpoint/2010/main" val="2252310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EDBB2-3AD1-4B46-98FC-CF9F865C6BCD}"/>
              </a:ext>
            </a:extLst>
          </p:cNvPr>
          <p:cNvSpPr>
            <a:spLocks noGrp="1"/>
          </p:cNvSpPr>
          <p:nvPr>
            <p:ph type="title"/>
          </p:nvPr>
        </p:nvSpPr>
        <p:spPr>
          <a:xfrm>
            <a:off x="913795" y="609600"/>
            <a:ext cx="10353761" cy="5945312"/>
          </a:xfrm>
        </p:spPr>
        <p:txBody>
          <a:bodyPr>
            <a:normAutofit/>
          </a:bodyPr>
          <a:lstStyle/>
          <a:p>
            <a:r>
              <a:rPr lang="fa-IR" sz="9600">
                <a:latin typeface="Andalus" panose="02020603050405020304" pitchFamily="18" charset="-78"/>
                <a:cs typeface="Andalus" panose="02020603050405020304" pitchFamily="18" charset="-78"/>
              </a:rPr>
              <a:t>پایان </a:t>
            </a:r>
            <a:br>
              <a:rPr lang="fa-IR" sz="9600">
                <a:latin typeface="Andalus" panose="02020603050405020304" pitchFamily="18" charset="-78"/>
                <a:cs typeface="Andalus" panose="02020603050405020304" pitchFamily="18" charset="-78"/>
              </a:rPr>
            </a:br>
            <a:r>
              <a:rPr lang="fa-IR" sz="2800">
                <a:solidFill>
                  <a:srgbClr val="FFC000"/>
                </a:solidFill>
                <a:latin typeface="Andalus" panose="02020603050405020304" pitchFamily="18" charset="-78"/>
                <a:cs typeface="+mn-cs"/>
              </a:rPr>
              <a:t>تمرین طاها حسن حسینی</a:t>
            </a:r>
            <a:endParaRPr lang="en-US" sz="9600" dirty="0">
              <a:latin typeface="Andalus" panose="02020603050405020304" pitchFamily="18" charset="-78"/>
              <a:cs typeface="Andalus" panose="02020603050405020304" pitchFamily="18" charset="-78"/>
            </a:endParaRPr>
          </a:p>
        </p:txBody>
      </p:sp>
    </p:spTree>
    <p:extLst>
      <p:ext uri="{BB962C8B-B14F-4D97-AF65-F5344CB8AC3E}">
        <p14:creationId xmlns:p14="http://schemas.microsoft.com/office/powerpoint/2010/main" val="7716214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79</TotalTime>
  <Words>134</Words>
  <Application>Microsoft Office PowerPoint</Application>
  <PresentationFormat>Widescreen</PresentationFormat>
  <Paragraphs>11</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Andalus</vt:lpstr>
      <vt:lpstr>Arial</vt:lpstr>
      <vt:lpstr>Bookman Old Style</vt:lpstr>
      <vt:lpstr>Rockwell</vt:lpstr>
      <vt:lpstr>Damask</vt:lpstr>
      <vt:lpstr>معماری اصلی نرم افزار</vt:lpstr>
      <vt:lpstr>PowerPoint Presentation</vt:lpstr>
      <vt:lpstr>PowerPoint Presentation</vt:lpstr>
      <vt:lpstr>پایان  تمرین طاها حسن حسینی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معماری اصلی نرم افزار</dc:title>
  <dc:creator>mohammad mehdi baghernejad</dc:creator>
  <cp:lastModifiedBy>Taha Hassan Hoseini</cp:lastModifiedBy>
  <cp:revision>3</cp:revision>
  <dcterms:created xsi:type="dcterms:W3CDTF">2026-04-30T09:29:34Z</dcterms:created>
  <dcterms:modified xsi:type="dcterms:W3CDTF">2026-06-05T18:00:28Z</dcterms:modified>
</cp:coreProperties>
</file>